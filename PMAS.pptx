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0"/>
    <p:restoredTop sz="94651"/>
  </p:normalViewPr>
  <p:slideViewPr>
    <p:cSldViewPr snapToGrid="0" snapToObjects="1">
      <p:cViewPr varScale="1">
        <p:scale>
          <a:sx n="110" d="100"/>
          <a:sy n="110" d="100"/>
        </p:scale>
        <p:origin x="1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11/30/18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Performance Monitoring and Analysis System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741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What is it?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 defTabSz="914400"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en-US" altLang="zh-CN" sz="4000" dirty="0" smtClean="0"/>
              <a:t>Real Time system status </a:t>
            </a:r>
            <a:r>
              <a:rPr lang="en-US" altLang="zh-CN" sz="4000" dirty="0" smtClean="0"/>
              <a:t>monitor and </a:t>
            </a:r>
            <a:r>
              <a:rPr kumimoji="1" lang="en-US" altLang="zh-CN" sz="4000" dirty="0" smtClean="0"/>
              <a:t>analysis</a:t>
            </a:r>
          </a:p>
          <a:p>
            <a:pPr marL="457200" lvl="0" indent="-457200" defTabSz="914400">
              <a:spcBef>
                <a:spcPts val="0"/>
              </a:spcBef>
              <a:buClrTx/>
              <a:buSzTx/>
              <a:buFontTx/>
              <a:buAutoNum type="arabicPeriod"/>
            </a:pPr>
            <a:r>
              <a:rPr kumimoji="1" lang="en-US" altLang="zh-CN" sz="4000" dirty="0" smtClean="0"/>
              <a:t>Performance results </a:t>
            </a:r>
            <a:r>
              <a:rPr lang="en-US" altLang="zh-CN" sz="4000" dirty="0"/>
              <a:t>visualizations </a:t>
            </a:r>
            <a:r>
              <a:rPr lang="en-US" altLang="zh-CN" sz="4000" dirty="0" smtClean="0"/>
              <a:t>and analysis</a:t>
            </a:r>
          </a:p>
          <a:p>
            <a:pPr marL="457200" lvl="0" indent="-457200" defTabSz="914400">
              <a:spcBef>
                <a:spcPts val="0"/>
              </a:spcBef>
              <a:buClrTx/>
              <a:buSzTx/>
              <a:buFontTx/>
              <a:buAutoNum type="arabicPeriod"/>
            </a:pPr>
            <a:endParaRPr lang="en-US" altLang="zh-CN" sz="4000" dirty="0"/>
          </a:p>
          <a:p>
            <a:pPr marL="0" lvl="0" indent="0" algn="ctr" defTabSz="914400">
              <a:spcBef>
                <a:spcPts val="0"/>
              </a:spcBef>
              <a:buClrTx/>
              <a:buSzTx/>
              <a:buNone/>
            </a:pPr>
            <a:r>
              <a:rPr lang="en-US" altLang="zh-CN" sz="4000" dirty="0" smtClean="0"/>
              <a:t>In One </a:t>
            </a:r>
            <a:r>
              <a:rPr lang="en-US" altLang="zh-CN" sz="4000" dirty="0"/>
              <a:t>S</a:t>
            </a:r>
            <a:r>
              <a:rPr lang="en-US" altLang="zh-CN" sz="4000" dirty="0" smtClean="0"/>
              <a:t>ystem</a:t>
            </a:r>
          </a:p>
          <a:p>
            <a:pPr marL="457200" lvl="0" indent="-457200" defTabSz="914400">
              <a:spcBef>
                <a:spcPts val="0"/>
              </a:spcBef>
              <a:buClrTx/>
              <a:buSzTx/>
              <a:buFontTx/>
              <a:buAutoNum type="arabicPeriod"/>
            </a:pPr>
            <a:endParaRPr kumimoji="1"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52684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What We are Using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 smtClean="0"/>
              <a:t>Language - Python 3.x &amp; JavaScript</a:t>
            </a:r>
          </a:p>
          <a:p>
            <a:r>
              <a:rPr kumimoji="1" lang="en-US" altLang="zh-CN" dirty="0" smtClean="0"/>
              <a:t>Main Python Libraries:</a:t>
            </a:r>
          </a:p>
          <a:p>
            <a:pPr lvl="1"/>
            <a:r>
              <a:rPr kumimoji="1" lang="en-US" altLang="zh-CN" dirty="0" smtClean="0"/>
              <a:t>Tornado 5.x or </a:t>
            </a:r>
            <a:r>
              <a:rPr kumimoji="1" lang="en-US" altLang="zh-CN" dirty="0" err="1" smtClean="0"/>
              <a:t>Sanic</a:t>
            </a:r>
            <a:r>
              <a:rPr kumimoji="1" lang="en-US" altLang="zh-CN" dirty="0" smtClean="0"/>
              <a:t>  or </a:t>
            </a:r>
            <a:r>
              <a:rPr kumimoji="1" lang="en-US" altLang="zh-CN" dirty="0" err="1" smtClean="0"/>
              <a:t>UVloop</a:t>
            </a:r>
            <a:r>
              <a:rPr kumimoji="1" lang="en-US" altLang="zh-CN" dirty="0" smtClean="0"/>
              <a:t>(An </a:t>
            </a:r>
            <a:r>
              <a:rPr kumimoji="1" lang="en-US" altLang="zh-CN" dirty="0" err="1"/>
              <a:t>a</a:t>
            </a:r>
            <a:r>
              <a:rPr kumimoji="1" lang="en-US" altLang="zh-CN" dirty="0" err="1" smtClean="0"/>
              <a:t>sync</a:t>
            </a:r>
            <a:r>
              <a:rPr kumimoji="1" lang="en-US" altLang="zh-CN" dirty="0" smtClean="0"/>
              <a:t> Framework), </a:t>
            </a:r>
            <a:r>
              <a:rPr kumimoji="1" lang="en-US" altLang="zh-CN" dirty="0" err="1" smtClean="0"/>
              <a:t>Websocket</a:t>
            </a:r>
            <a:endParaRPr kumimoji="1" lang="en-US" altLang="zh-CN" dirty="0" smtClean="0"/>
          </a:p>
          <a:p>
            <a:pPr lvl="1"/>
            <a:r>
              <a:rPr kumimoji="1" lang="en-US" altLang="zh-CN" dirty="0" err="1" smtClean="0"/>
              <a:t>Psutil</a:t>
            </a:r>
            <a:r>
              <a:rPr kumimoji="1" lang="en-US" altLang="zh-CN" dirty="0" smtClean="0"/>
              <a:t> (For Perf Monitor)</a:t>
            </a:r>
          </a:p>
          <a:p>
            <a:pPr lvl="1"/>
            <a:r>
              <a:rPr kumimoji="1" lang="en-US" altLang="zh-CN" dirty="0" err="1" smtClean="0"/>
              <a:t>Matplotlib</a:t>
            </a:r>
            <a:r>
              <a:rPr kumimoji="1" lang="en-US" altLang="zh-CN" dirty="0" smtClean="0"/>
              <a:t>, </a:t>
            </a:r>
            <a:r>
              <a:rPr kumimoji="1" lang="en-US" altLang="zh-CN" dirty="0" err="1" smtClean="0"/>
              <a:t>numpy</a:t>
            </a:r>
            <a:r>
              <a:rPr kumimoji="1" lang="en-US" altLang="zh-CN" dirty="0" smtClean="0"/>
              <a:t> .. (Data Analysis)</a:t>
            </a:r>
          </a:p>
          <a:p>
            <a:pPr lvl="1"/>
            <a:endParaRPr kumimoji="1" lang="en-US" altLang="zh-CN" dirty="0"/>
          </a:p>
          <a:p>
            <a:r>
              <a:rPr kumimoji="1" lang="en-US" altLang="zh-CN" dirty="0" smtClean="0"/>
              <a:t>JS Libraries:</a:t>
            </a:r>
          </a:p>
          <a:p>
            <a:pPr lvl="1"/>
            <a:r>
              <a:rPr kumimoji="1" lang="en-US" altLang="zh-CN" dirty="0" err="1" smtClean="0"/>
              <a:t>HiCharts</a:t>
            </a:r>
            <a:r>
              <a:rPr kumimoji="1" lang="en-US" altLang="zh-CN" dirty="0"/>
              <a:t> </a:t>
            </a:r>
            <a:r>
              <a:rPr kumimoji="1" lang="en-US" altLang="zh-CN" dirty="0" smtClean="0"/>
              <a:t>or d3.js &amp; </a:t>
            </a:r>
            <a:r>
              <a:rPr kumimoji="1" lang="en-US" altLang="zh-CN" dirty="0" err="1" smtClean="0"/>
              <a:t>crossfilter.js</a:t>
            </a:r>
            <a:r>
              <a:rPr kumimoji="1" lang="en-US" altLang="zh-CN" dirty="0" smtClean="0"/>
              <a:t> (TBD)</a:t>
            </a:r>
            <a:endParaRPr kumimoji="1" lang="en-US" altLang="zh-CN" dirty="0"/>
          </a:p>
          <a:p>
            <a:pPr lvl="1"/>
            <a:endParaRPr kumimoji="1" lang="en-US" altLang="zh-CN" dirty="0" smtClean="0"/>
          </a:p>
          <a:p>
            <a:r>
              <a:rPr kumimoji="1" lang="en-US" altLang="zh-CN" dirty="0" err="1" smtClean="0"/>
              <a:t>RabbitMQ</a:t>
            </a:r>
            <a:r>
              <a:rPr kumimoji="1" lang="en-US" altLang="zh-CN" dirty="0" smtClean="0"/>
              <a:t> or Kafka</a:t>
            </a:r>
          </a:p>
          <a:p>
            <a:r>
              <a:rPr kumimoji="1" lang="en-US" altLang="zh-CN" dirty="0" smtClean="0"/>
              <a:t>Data Storage - </a:t>
            </a:r>
            <a:r>
              <a:rPr kumimoji="1" lang="en-US" altLang="zh-CN" dirty="0" err="1" smtClean="0"/>
              <a:t>Redis</a:t>
            </a:r>
            <a:r>
              <a:rPr kumimoji="1" lang="en-US" altLang="zh-CN" dirty="0" smtClean="0"/>
              <a:t> and MySQL</a:t>
            </a:r>
          </a:p>
        </p:txBody>
      </p:sp>
    </p:spTree>
    <p:extLst>
      <p:ext uri="{BB962C8B-B14F-4D97-AF65-F5344CB8AC3E}">
        <p14:creationId xmlns:p14="http://schemas.microsoft.com/office/powerpoint/2010/main" val="162868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Architecture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01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Features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3401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Demo</a:t>
            </a:r>
            <a:br>
              <a:rPr kumimoji="1" lang="en-US" altLang="zh-CN" dirty="0" smtClean="0"/>
            </a:b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469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2637" y="2569579"/>
            <a:ext cx="9404723" cy="3472405"/>
          </a:xfrm>
        </p:spPr>
        <p:txBody>
          <a:bodyPr/>
          <a:lstStyle/>
          <a:p>
            <a:pPr algn="ctr"/>
            <a:r>
              <a:rPr kumimoji="1" lang="en-US" altLang="zh-CN" dirty="0" smtClean="0"/>
              <a:t>Q &amp; 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8810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</TotalTime>
  <Words>88</Words>
  <Application>Microsoft Macintosh PowerPoint</Application>
  <PresentationFormat>宽屏</PresentationFormat>
  <Paragraphs>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Century Gothic</vt:lpstr>
      <vt:lpstr>Wingdings 3</vt:lpstr>
      <vt:lpstr>宋体</vt:lpstr>
      <vt:lpstr>Arial</vt:lpstr>
      <vt:lpstr>离子</vt:lpstr>
      <vt:lpstr>Performance Monitoring and Analysis System</vt:lpstr>
      <vt:lpstr>What is it? </vt:lpstr>
      <vt:lpstr>What We are Using</vt:lpstr>
      <vt:lpstr>Architecture</vt:lpstr>
      <vt:lpstr>Features</vt:lpstr>
      <vt:lpstr>Demo </vt:lpstr>
      <vt:lpstr>Q &amp; A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Monitoring and Analysis System</dc:title>
  <dc:creator>Microsoft Office 用户</dc:creator>
  <cp:lastModifiedBy>Microsoft Office 用户</cp:lastModifiedBy>
  <cp:revision>8</cp:revision>
  <dcterms:created xsi:type="dcterms:W3CDTF">2018-11-30T05:36:32Z</dcterms:created>
  <dcterms:modified xsi:type="dcterms:W3CDTF">2018-11-30T06:18:14Z</dcterms:modified>
</cp:coreProperties>
</file>